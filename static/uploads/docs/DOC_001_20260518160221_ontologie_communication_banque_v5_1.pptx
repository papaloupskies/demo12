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Ontologie — Fonction Communication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86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Knowledge Management  ·  v5 Draft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28600" y="53035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30352"/>
            <a:ext cx="3566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capable d'agir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 physique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7899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78992"/>
            <a:ext cx="16916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572768"/>
            <a:ext cx="804672" cy="384048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572768"/>
            <a:ext cx="8046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LEI, SIREN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7792" y="1572768"/>
            <a:ext cx="795528" cy="384048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572768"/>
            <a:ext cx="79552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/ BU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 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H="1">
            <a:off x="1051560" y="987552"/>
            <a:ext cx="27432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987552"/>
            <a:ext cx="27432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2414016" y="1463040"/>
            <a:ext cx="9144" cy="109728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1463040"/>
            <a:ext cx="246888" cy="109728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53035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530352"/>
            <a:ext cx="3566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d'un Actor (+ Assignment)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1078992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078992"/>
            <a:ext cx="10972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Employé, Porte-parole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1078992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078992"/>
            <a:ext cx="11887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Freelance, Journaliste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1078992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078992"/>
            <a:ext cx="10972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Partenaire, Audience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987552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987552"/>
            <a:ext cx="86868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987552"/>
            <a:ext cx="178308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758952"/>
            <a:ext cx="365760" cy="9144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  <a:tailEnd type="open"/>
          </a:ln>
        </p:spPr>
      </p:sp>
      <p:sp>
        <p:nvSpPr>
          <p:cNvPr id="30" name="Text 28"/>
          <p:cNvSpPr/>
          <p:nvPr/>
        </p:nvSpPr>
        <p:spPr>
          <a:xfrm>
            <a:off x="3291840" y="548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 (Assignment)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229600" y="530352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530352"/>
            <a:ext cx="3703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pourquoi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107899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1078992"/>
            <a:ext cx="17373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Régl., Décision, Crise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058400" y="107899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Notoriété, Engagement…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869680" y="987552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0" y="987552"/>
            <a:ext cx="164592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214884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2148840"/>
            <a:ext cx="3703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synchronisation temporel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26974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697480"/>
            <a:ext cx="17373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presse / Townhall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57400" y="26974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2697480"/>
            <a:ext cx="18745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/ Webinar / Publication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0120" y="2606040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2606040"/>
            <a:ext cx="86868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9680" y="1463040"/>
            <a:ext cx="9144" cy="365760"/>
          </a:xfrm>
          <a:prstGeom prst="line">
            <a:avLst/>
          </a:prstGeom>
          <a:noFill/>
          <a:ln w="9525">
            <a:solidFill>
              <a:srgbClr val="993C1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2075688" y="1828800"/>
            <a:ext cx="6793992" cy="320040"/>
          </a:xfrm>
          <a:prstGeom prst="line">
            <a:avLst/>
          </a:prstGeom>
          <a:noFill/>
          <a:ln w="9525">
            <a:solidFill>
              <a:srgbClr val="993C1D"/>
            </a:solidFill>
            <a:prstDash val="dash"/>
            <a:tailEnd type="open"/>
          </a:ln>
        </p:spPr>
      </p:sp>
      <p:sp>
        <p:nvSpPr>
          <p:cNvPr id="49" name="Text 47"/>
          <p:cNvSpPr/>
          <p:nvPr/>
        </p:nvSpPr>
        <p:spPr>
          <a:xfrm>
            <a:off x="5029200" y="17190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297680" y="2148840"/>
            <a:ext cx="7635240" cy="457200"/>
          </a:xfrm>
          <a:prstGeom prst="roundRect">
            <a:avLst>
              <a:gd name="adj" fmla="val 12000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2148840"/>
            <a:ext cx="7635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comment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97680" y="269748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dateDebut, dateFin, budget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297680" y="317296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0" y="3172968"/>
            <a:ext cx="15544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 Projet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2697480"/>
            <a:ext cx="5852160" cy="859536"/>
          </a:xfrm>
          <a:prstGeom prst="roundRect">
            <a:avLst>
              <a:gd name="adj" fmla="val 6383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2697480"/>
            <a:ext cx="5852160" cy="8595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métier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Interne · Externe · Digitale · RP · Événementiel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support : Finance · RH · Legal · Risk Management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0" y="2606040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0" y="2606040"/>
            <a:ext cx="9144" cy="566928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0" y="2606040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31920" y="2377440"/>
            <a:ext cx="365760" cy="9144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  <a:tailEnd type="open"/>
          </a:ln>
        </p:spPr>
      </p:sp>
      <p:sp>
        <p:nvSpPr>
          <p:cNvPr id="62" name="Text 60"/>
          <p:cNvSpPr/>
          <p:nvPr/>
        </p:nvSpPr>
        <p:spPr>
          <a:xfrm>
            <a:off x="3749040" y="22860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s'inscrit dans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28600" y="3730752"/>
            <a:ext cx="11704320" cy="2834640"/>
          </a:xfrm>
          <a:prstGeom prst="roundRect">
            <a:avLst>
              <a:gd name="adj" fmla="val 3226"/>
            </a:avLst>
          </a:prstGeom>
          <a:solidFill>
            <a:srgbClr val="F0FAF6"/>
          </a:solidFill>
          <a:ln w="15240">
            <a:solidFill>
              <a:srgbClr val="0F6E5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8600" y="3730752"/>
            <a:ext cx="11704320" cy="438912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3730752"/>
            <a:ext cx="11704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quoi : tout actif produit ou gouverné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11480" y="4279392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et référence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11480" y="482803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828032"/>
            <a:ext cx="10058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Budgets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508760" y="482803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08760" y="4828032"/>
            <a:ext cx="10058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values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606040" y="482803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06040" y="4828032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03520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303520"/>
            <a:ext cx="33832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·  KPI definitions  ·  Business rules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22960" y="4736592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71600" y="4736592"/>
            <a:ext cx="59436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03120" y="4736592"/>
            <a:ext cx="105156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1691640" y="4736592"/>
            <a:ext cx="411480" cy="566928"/>
          </a:xfrm>
          <a:prstGeom prst="line">
            <a:avLst/>
          </a:prstGeom>
          <a:noFill/>
          <a:ln w="9525">
            <a:solidFill>
              <a:srgbClr val="88878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4069080" y="427939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69080" y="4279392"/>
            <a:ext cx="3749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éditoriale &amp; documentaire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069080" y="482803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69080" y="4828032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303520" y="482803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0" y="4828032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537960" y="4828032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37960" y="4828032"/>
            <a:ext cx="11887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 flipH="1">
            <a:off x="4480560" y="4736592"/>
            <a:ext cx="9144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29200" y="4736592"/>
            <a:ext cx="82296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69280" y="4736592"/>
            <a:ext cx="141732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55280" y="4279392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55280" y="4279392"/>
            <a:ext cx="3840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/ Platform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955280" y="4828032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55280" y="4828032"/>
            <a:ext cx="11887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Intranet, Site, App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235440" y="4828032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235440" y="4828032"/>
            <a:ext cx="11887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X…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0515600" y="482803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515600" y="4828032"/>
            <a:ext cx="12344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Presse, Clipping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412480" y="4736592"/>
            <a:ext cx="9144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52560" y="4736592"/>
            <a:ext cx="73152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01200" y="4736592"/>
            <a:ext cx="146304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818120" y="4507992"/>
            <a:ext cx="137160" cy="9144"/>
          </a:xfrm>
          <a:prstGeom prst="line">
            <a:avLst/>
          </a:prstGeom>
          <a:noFill/>
          <a:ln w="9525">
            <a:solidFill>
              <a:srgbClr val="0F6E56"/>
            </a:solidFill>
            <a:prstDash val="solid"/>
            <a:tailEnd type="open"/>
          </a:ln>
        </p:spPr>
      </p:sp>
      <p:sp>
        <p:nvSpPr>
          <p:cNvPr id="103" name="Text 101"/>
          <p:cNvSpPr/>
          <p:nvPr/>
        </p:nvSpPr>
        <p:spPr>
          <a:xfrm>
            <a:off x="7406640" y="4407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 sur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2075688" y="3081528"/>
            <a:ext cx="9144" cy="649224"/>
          </a:xfrm>
          <a:prstGeom prst="line">
            <a:avLst/>
          </a:prstGeom>
          <a:noFill/>
          <a:ln w="9525">
            <a:solidFill>
              <a:srgbClr val="854F0B"/>
            </a:solidFill>
            <a:prstDash val="solid"/>
            <a:tailEnd type="open"/>
          </a:ln>
        </p:spPr>
      </p:sp>
      <p:sp>
        <p:nvSpPr>
          <p:cNvPr id="105" name="Text 103"/>
          <p:cNvSpPr/>
          <p:nvPr/>
        </p:nvSpPr>
        <p:spPr>
          <a:xfrm>
            <a:off x="141732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110728" y="3557016"/>
            <a:ext cx="9144" cy="173736"/>
          </a:xfrm>
          <a:prstGeom prst="line">
            <a:avLst/>
          </a:prstGeom>
          <a:noFill/>
          <a:ln w="9525">
            <a:solidFill>
              <a:srgbClr val="534AB7"/>
            </a:solidFill>
            <a:prstDash val="solid"/>
            <a:tailEnd type="open"/>
          </a:ln>
        </p:spPr>
      </p:sp>
      <p:sp>
        <p:nvSpPr>
          <p:cNvPr id="107" name="Text 105"/>
          <p:cNvSpPr/>
          <p:nvPr/>
        </p:nvSpPr>
        <p:spPr>
          <a:xfrm>
            <a:off x="7315200" y="34564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5029200" y="3557016"/>
            <a:ext cx="9144" cy="100584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 flipH="1">
            <a:off x="1645920" y="3657600"/>
            <a:ext cx="3383280" cy="1170432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  <a:tailEnd type="open"/>
          </a:ln>
        </p:spPr>
      </p:sp>
      <p:sp>
        <p:nvSpPr>
          <p:cNvPr id="110" name="Text 108"/>
          <p:cNvSpPr/>
          <p:nvPr/>
        </p:nvSpPr>
        <p:spPr>
          <a:xfrm>
            <a:off x="2926080" y="4069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mesurée par KPI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1520" y="1956816"/>
            <a:ext cx="9144" cy="54864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731520" y="2011680"/>
            <a:ext cx="4297680" cy="2267712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  <a:tailEnd type="open"/>
          </a:ln>
        </p:spPr>
      </p:sp>
      <p:sp>
        <p:nvSpPr>
          <p:cNvPr id="113" name="Text 111"/>
          <p:cNvSpPr/>
          <p:nvPr/>
        </p:nvSpPr>
        <p:spPr>
          <a:xfrm>
            <a:off x="2011680" y="3017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de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9052560" y="5486400"/>
            <a:ext cx="27432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144000" y="55229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9144000" y="5760720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326880" y="5760720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9144000" y="5961888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326880" y="596188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9144000" y="6163056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326880" y="6163056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9144000" y="6364224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326880" y="6364224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0497312" y="5760720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680192" y="5760720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10497312" y="5961888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680192" y="596188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Content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10497312" y="6163056"/>
            <a:ext cx="146304" cy="128016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680192" y="6163056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Digital Asset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9144000" y="6565392"/>
            <a:ext cx="274320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454896" y="6501384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sémantique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10515600" y="6565392"/>
            <a:ext cx="274320" cy="0"/>
          </a:xfrm>
          <a:prstGeom prst="line">
            <a:avLst/>
          </a:prstGeom>
          <a:noFill/>
          <a:ln w="9525">
            <a:solidFill>
              <a:srgbClr val="B4B2A9"/>
            </a:solidFill>
            <a:prstDash val="dash"/>
          </a:ln>
        </p:spPr>
      </p:sp>
      <p:sp>
        <p:nvSpPr>
          <p:cNvPr id="133" name="Text 131"/>
          <p:cNvSpPr/>
          <p:nvPr/>
        </p:nvSpPr>
        <p:spPr>
          <a:xfrm>
            <a:off x="10826496" y="6501384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complémentaire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2026-04-21T12:24:14Z</dcterms:created>
  <dcterms:modified xsi:type="dcterms:W3CDTF">2026-04-21T12:24:14Z</dcterms:modified>
</cp:coreProperties>
</file>